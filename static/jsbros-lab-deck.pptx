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JS Bros Lab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BCD4"/>
                </a:solidFill>
              </a:rPr>
              <a:t>Lesson Deck · Lessons 01 – 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Learn to build. Build to learn.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js-bro-s.github.io/jsbros-lab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Curriculum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320040" cy="5303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10149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What We're Building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2344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60 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581912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581912"/>
            <a:ext cx="32004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581912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6367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Writing with Markdown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18562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45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03704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203704"/>
            <a:ext cx="32004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203704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2585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Git in 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24780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60 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825496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825496"/>
            <a:ext cx="320040" cy="5303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825496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" y="2880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Roblox Studio Basics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3099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60 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447288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447288"/>
            <a:ext cx="320040" cy="5303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447288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35021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Lua Basics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" y="3721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60 min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406908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4069080"/>
            <a:ext cx="32004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406908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" y="4123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Loops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" y="4343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60 min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96012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960120"/>
            <a:ext cx="32004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96012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48072" y="10149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Functions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48072" y="12344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60 min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1581912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1581912"/>
            <a:ext cx="320040" cy="5303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581912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48072" y="16367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Tables &amp; Lists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48072" y="18562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60 min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2203704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2203704"/>
            <a:ext cx="320040" cy="5303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203704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48072" y="22585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Build Your First Game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148072" y="24780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90 min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2825496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2825496"/>
            <a:ext cx="32004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2825496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48072" y="2880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GUI &amp; Score Display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148072" y="3099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60 min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54880" y="3447288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54880" y="3447288"/>
            <a:ext cx="32004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3447288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48072" y="35021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Sounds &amp; Effects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148072" y="3721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60 min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00BCD4">
                    <a:alpha val="85000"/>
                  </a:srgbClr>
                </a:solidFill>
              </a:rPr>
              <a:t>01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BCD4"/>
                </a:solidFill>
              </a:rPr>
              <a:t>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What We're Building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Setting up our lab and understanding the big picture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74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⏱ 60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Key Concepts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repository (repo) = project folder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673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commit = save point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386584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= cloud backup + teamwork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0083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JS Bros universe: Games, Lab, Prints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01 · Key Concepts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Try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669280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First Real Action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46304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Open the jsbros-lab repo on GitHub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911096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Read through the README together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35915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Click through folders — what do you see?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80720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Clone the repo to your computer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8600" y="3931920"/>
            <a:ext cx="56692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31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</a:rPr>
              <a:t>"Nothing breaks forever in a lab."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914400"/>
            <a:ext cx="2880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914400"/>
            <a:ext cx="288036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CD4"/>
                </a:solidFill>
              </a:rPr>
              <a:t>SKILLS UNLOCKED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1463040"/>
            <a:ext cx="2697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Understands repos, commits &amp; GitHub · Cloned a repo locally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01 · Activity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1565C0">
                    <a:alpha val="85000"/>
                  </a:srgbClr>
                </a:solidFill>
              </a:rPr>
              <a:t>02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65C0"/>
                </a:solidFill>
              </a:rPr>
              <a:t>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Writing with Markdown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Formatting text so it looks great everywhere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74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⏱ 45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Key Concepts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Headings  — # Big  ## Medium  ### Small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673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**Bold**  and  *italic*  text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386584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Bullet lists  and  1. Numbered lists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0083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 Inline code `  and  ``` code blocks ```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3721608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675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Links, images, blockquotes, horizontal rules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02 · Key Concepts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Try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6692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Write Your Own README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46304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Create my-game-plan.md in the repo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911096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Add a # title heading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35915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Add ## sections for Features and How to Play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80720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Use a numbered list, bold words, and a blockquote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25526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Commit and push — see it render on GitHub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8600" y="3931920"/>
            <a:ext cx="56692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31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</a:rPr>
              <a:t>"That file is now the front page of your project on the internet."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914400"/>
            <a:ext cx="2880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914400"/>
            <a:ext cx="288036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65C0"/>
                </a:solidFill>
              </a:rPr>
              <a:t>SKILLS UNLOCKED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463040"/>
            <a:ext cx="2697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Writes formatted Markdown · Created a proper README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02 · Activity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06D6A0">
                    <a:alpha val="85000"/>
                  </a:srgbClr>
                </a:solidFill>
              </a:rPr>
              <a:t>03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D6A0"/>
                </a:solidFill>
              </a:rPr>
              <a:t>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Git in Action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Saving and sharing work like a developer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74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⏱ 60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Key Concepts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— what changed?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673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— stage everything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386584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""  — save with a message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0083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 — send to GitHub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3721608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675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Branches — your own sandbox to experiment in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03 · Key Concepts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Try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66928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4-Command Challenge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46304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Create about-me.md with name, age, favourite game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911096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Run all 4 commands in order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35915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Open GitHub — verify your file is live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80720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Create a branch: git checkout -b yourname-ideas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25526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Make a change and push the branch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8600" y="3931920"/>
            <a:ext cx="56692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31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</a:rPr>
              <a:t>"Status. Add. Commit. Push. In that order. Every time."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914400"/>
            <a:ext cx="2880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914400"/>
            <a:ext cx="288036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D6A0"/>
                </a:solidFill>
              </a:rPr>
              <a:t>SKILLS UNLOCKED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463040"/>
            <a:ext cx="2697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Runs 4 git commands · Made first push · Understands branches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03 · Activity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D166">
                    <a:alpha val="85000"/>
                  </a:srgbClr>
                </a:solidFill>
              </a:rPr>
              <a:t>04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D166"/>
                </a:solidFill>
              </a:rPr>
              <a:t>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Roblox Studio Basics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Navigating the tool used to build every Roblox game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74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⏱ 60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Key Concepts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Viewport — the 3D world players see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673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Explorer — the family tree of everything in the game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386584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Properties — settings for whatever you clicked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0083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Anchored = frozen · Un-anchored = physics applies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3721608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675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Playtest with F5 to walk around your creation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04 · Key Concepts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Try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66928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Build Your First Baseplate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46304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Open a new Baseplate template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911096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Insert a Part and change its Color, Size, Material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35915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Use the Move tool (W) to position it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80720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Duplicate it (Ctrl+D) — build something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25526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Hit Play and walk around. Save to GitHub.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8600" y="3931920"/>
            <a:ext cx="56692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31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</a:rPr>
              <a:t>"Every Roblox game ever was built in exactly this tool."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914400"/>
            <a:ext cx="2880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914400"/>
            <a:ext cx="288036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</a:rPr>
              <a:t>SKILLS UNLOCKED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463040"/>
            <a:ext cx="2697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Navigates Studio · Places &amp; edits Parts · Playtests · Saves .rbxl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04 · Activity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00BCD4">
                    <a:alpha val="85000"/>
                  </a:srgbClr>
                </a:solidFill>
              </a:rPr>
              <a:t>05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BCD4"/>
                </a:solidFill>
              </a:rPr>
              <a:t>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Lua Basics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Writing your first real code inside the world you built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74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⏱ 60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Key Concepts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print("Hello!")  — shows text in Output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673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score = 0  — create a variable with local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386584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name = "Jaxon"  — strings use quotes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0083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alive = true  — booleans are true or false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3721608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675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&gt;= 10 then ... elseif ... else ... end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05 · Key Concepts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Try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669280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Touch Event Script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46304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In ServerScriptService → new Script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911096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Print a welcome message, then listen for PlayerAdded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35915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Place a Part in Workspace → add Script inside it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80720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On Touched: change BrickColor, print who touched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25526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Use task.wait(2) to reset the color after 2 seconds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8600" y="3931920"/>
            <a:ext cx="56692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31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</a:rPr>
              <a:t>script.Parent · Touched:Connect(onTouch) · task.wait()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914400"/>
            <a:ext cx="2880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914400"/>
            <a:ext cx="288036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CD4"/>
                </a:solidFill>
              </a:rPr>
              <a:t>SKILLS UNLOCKED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463040"/>
            <a:ext cx="2697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print · local variables · if/else · Touched event · script.Parent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05 · Activity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1565C0">
                    <a:alpha val="85000"/>
                  </a:srgbClr>
                </a:solidFill>
              </a:rPr>
              <a:t>06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65C0"/>
                </a:solidFill>
              </a:rPr>
              <a:t>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Loops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Making things happen over and over — automatically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74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⏱ 60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Key Concepts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1, 10 do ... end  — counts 1 to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673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0, 20, 2 do ... end  — step by 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386584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10, 1, -1 do ... end  — count backwards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0083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condition do ... end  — keep going until false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3721608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675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use task.wait() inside a while loop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06 · Key Concepts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Try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6692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Spawn a Row of Parts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46304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Use a for loop to spawn 10 parts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911096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Set Position to Vector3.new(i * 5, 3, 0)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35915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Give each part BrickColor.Random()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80720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Write a countdown from 10 with task.wait(1)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25526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Bonus: spawn parts in a circle using math.cos/sin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8600" y="3931920"/>
            <a:ext cx="56692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31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</a:rPr>
              <a:t>Instance.new("Part") · part.Parent = workspace · BrickColor.Random()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914400"/>
            <a:ext cx="2880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914400"/>
            <a:ext cx="288036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65C0"/>
                </a:solidFill>
              </a:rPr>
              <a:t>SKILLS UNLOCKED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463040"/>
            <a:ext cx="2697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for loops · while loops · task.wait · Instance.new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06 · Activity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06D6A0">
                    <a:alpha val="85000"/>
                  </a:srgbClr>
                </a:solidFill>
              </a:rPr>
              <a:t>07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D6A0"/>
                </a:solidFill>
              </a:rPr>
              <a:t>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Functions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Write once, use anywhere — keeping code clean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74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⏱ 60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Key Concepts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function greet() ... end  — define 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673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  — call 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386584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Parameters: function greet(name, score) ... end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0083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values: return current + bonus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3721608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675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params: color = color or BrickColor.Random()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07 · Key Concepts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Try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66928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Refactor Challenge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46304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Write greetPlayer(name, score) and call it 3 times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911096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Write getRank(score) that returns Gold/Silver/Bronze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35915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Use getRank inside greetPlayer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80720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Take the messy 3-part spawn script and refactor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25526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One function, three calls — same result, cleaner code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8600" y="3931920"/>
            <a:ext cx="56692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31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</a:rPr>
              <a:t>"If you copy-pasted it twice, it should be a function."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914400"/>
            <a:ext cx="2880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914400"/>
            <a:ext cx="288036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D6A0"/>
                </a:solidFill>
              </a:rPr>
              <a:t>SKILLS UNLOCKED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463040"/>
            <a:ext cx="2697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Named functions · Parameters · Return values · Refactoring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07 · Activity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D166">
                    <a:alpha val="85000"/>
                  </a:srgbClr>
                </a:solidFill>
              </a:rPr>
              <a:t>08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D166"/>
                </a:solidFill>
              </a:rPr>
              <a:t>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Tables &amp; Lists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Storing collections of things in one place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74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⏱ 60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Key Concepts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items = {"sword", "shield", "coin"}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673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items[1]  — access by position (starts at 1)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386584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#items  — number of items in the table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0083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table.insert(items, x) · table.remove(items, i)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3721608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675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ipairs for lists · pairs for key-value tables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08 · Key Concepts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Try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66928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Leaderboard Builder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46304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Create an inventory table with 5 items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911096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Loop through it with ipairs and print each one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35915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Create a player table: name, level, score, weapon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80720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Write printPlayerCard() to display all fields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25526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Build a scores table and find the highest scorer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8600" y="3931920"/>
            <a:ext cx="56692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31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</a:rPr>
              <a:t>for i, v in ipairs(list) · for k, v in pairs(dict)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914400"/>
            <a:ext cx="2880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914400"/>
            <a:ext cx="288036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</a:rPr>
              <a:t>SKILLS UNLOCKED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463040"/>
            <a:ext cx="2697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List tables · ipairs · Key-value tables · pairs · #table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08 · Activity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00BCD4">
                    <a:alpha val="85000"/>
                  </a:srgbClr>
                </a:solidFill>
              </a:rPr>
              <a:t>09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BCD4"/>
                </a:solidFill>
              </a:rPr>
              <a:t>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Build Your First Game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Putting everything together — coin collector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74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⏱ 90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Key Concepts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scripts working together: Spawner, Score, Collector, Timer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673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math.random(-40, 40)  — random position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386584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GetPlayerFromCharacter(hit.Parent)  — who touched it?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0083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task.delay(3, function() ... end)  — run later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3721608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675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_G for sharing data between scripts (for now)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09 · Key Concepts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09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Try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669280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Ship the Coin Collector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46304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Build arena + CoinSpawner (10 coins at random positions)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911096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Build ScoreTracker (_G.getScore, _G.addScore)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35915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Build CoinCollector (touch → destroy → add score → respawn)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80720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Build GameTimer (60s countdown → find winner)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25526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Playtest together — commit and push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8600" y="3931920"/>
            <a:ext cx="56692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31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</a:rPr>
              <a:t>"You just shipped a multiplayer game. That's real."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914400"/>
            <a:ext cx="2880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914400"/>
            <a:ext cx="288036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CD4"/>
                </a:solidFill>
              </a:rPr>
              <a:t>SKILLS UNLOCKED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463040"/>
            <a:ext cx="2697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Multi-script architecture · math.random · task.delay · game timers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09 · Activity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1565C0">
                    <a:alpha val="85000"/>
                  </a:srgbClr>
                </a:solidFill>
              </a:rPr>
              <a:t>10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65C0"/>
                </a:solidFill>
              </a:rPr>
              <a:t>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GUI &amp; Score Display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Showing information on screen in real time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74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⏱ 60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10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Key Concepts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ScreenGui → Frame → TextLabel (hierarchy)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673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LocalScript runs for each player individually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386584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WaitForChild() — wait for GUI to load before using 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0083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TextScaled, Font, BackgroundTransparency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3721608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675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UI in a while loop with task.wait(0.5)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10 · Key Concepts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Try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6692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Build the HUD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46304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In StarterGui → ScreenGui → Frame → TextLabel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911096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Style it: dark bg, white text, GothamBold, TextScaled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35915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LocalScript in StarterPlayerScripts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80720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Update score label every 0.5s from _G.getScore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25526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Add timer label, leader display, and winner screen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8600" y="3931920"/>
            <a:ext cx="56692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31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</a:rPr>
              <a:t>player.PlayerGui:WaitForChild("GameGui")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914400"/>
            <a:ext cx="2880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914400"/>
            <a:ext cx="288036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65C0"/>
                </a:solidFill>
              </a:rPr>
              <a:t>SKILLS UNLOCKED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463040"/>
            <a:ext cx="2697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ScreenGui · TextLabel · LocalScript · WaitForChild · live UI updates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10 · Activity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06D6A0">
                    <a:alpha val="85000"/>
                  </a:srgbClr>
                </a:solidFill>
              </a:rPr>
              <a:t>11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D6A0"/>
                </a:solidFill>
              </a:rPr>
              <a:t>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Sounds &amp; Effects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Making your game feel alive with audio and visuals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274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⏱ 60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11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Key Concepts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Sound object — SoundId, Volume, Looped, :Play()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673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TweenService:Create(part, TweenInfo, goal):Play()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386584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TweenInfo.new(duration, EasingStyle, Direction)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0083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ParticleEmitter — Rate, Speed, Lifetime · emitter:Emit(20)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3721608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675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SoundService for global background music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11 · Key Concepts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Try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66928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Polish the Coin Collector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46304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Play a collect sound at coin position on pickup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911096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Tween coin Size to 3,3,3 before Destroy() (flash)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35915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Emit 20 particles at coin position on collect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80720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Pulse the Double Zone using a ping-pong tween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25526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Add background music to SoundService — let kids pick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8600" y="3931920"/>
            <a:ext cx="56692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31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</a:rPr>
              <a:t>"Same game. Completely different experience."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914400"/>
            <a:ext cx="2880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914400"/>
            <a:ext cx="288036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D6A0"/>
                </a:solidFill>
              </a:rPr>
              <a:t>SKILLS UNLOCKED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463040"/>
            <a:ext cx="2697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Sound · TweenService · TweenInfo · ParticleEmitter · SoundService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 Bros Lab · Lesson 11 · Activity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1005840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0" y="1005840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1005840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You shipped a game.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4A3B8"/>
                </a:solidFill>
              </a:rPr>
              <a:t>Push it to GitHub and show someone.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</a:rPr>
              <a:t>js-bro-s.github.io/jsbros-lab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 Bros Lab — Lesson Deck</dc:title>
  <dc:subject>PptxGenJS Presentation</dc:subject>
  <dc:creator>JS Bros</dc:creator>
  <cp:lastModifiedBy>JS Bros</cp:lastModifiedBy>
  <cp:revision>1</cp:revision>
  <dcterms:created xsi:type="dcterms:W3CDTF">2026-03-28T17:17:04Z</dcterms:created>
  <dcterms:modified xsi:type="dcterms:W3CDTF">2026-03-28T17:17:04Z</dcterms:modified>
</cp:coreProperties>
</file>